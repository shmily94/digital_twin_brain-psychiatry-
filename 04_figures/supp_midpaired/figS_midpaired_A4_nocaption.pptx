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midpaired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89815" y="667900"/>
            <a:ext cx="608647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P = 0.105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1128" y="2937931"/>
            <a:ext cx="4486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7F7F7F"/>
                </a:solidFill>
                <a:latin typeface="Arial"/>
              </a:rPr>
              <a:t>Placebo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1122" y="2937931"/>
            <a:ext cx="5257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1D09A"/>
                </a:solidFill>
                <a:latin typeface="Arial"/>
              </a:rPr>
              <a:t>Ketamine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986352" y="1688716"/>
            <a:ext cx="1237297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Summed MID FC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9196" y="3116697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9196" y="2809385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9196" y="2502074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7773" y="219476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7773" y="188745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7773" y="158014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7773" y="127282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7773" y="96551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7773" y="65820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7773" y="35089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0504" y="524013"/>
            <a:ext cx="1860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Placebo versus ketamine (n = 27)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2889" y="667900"/>
            <a:ext cx="608647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P = 0.181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01" y="2937931"/>
            <a:ext cx="4486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7F7F7F"/>
                </a:solidFill>
                <a:latin typeface="Arial"/>
              </a:rPr>
              <a:t>Placebo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4191" y="2937931"/>
            <a:ext cx="6057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6B9AD"/>
                </a:solidFill>
                <a:latin typeface="Arial"/>
              </a:rPr>
              <a:t>Midazolam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2270" y="3116697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2270" y="2809385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2270" y="2502074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0846" y="219476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0846" y="188745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0846" y="158014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90846" y="127282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90846" y="96551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0846" y="65820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90846" y="35089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3577" y="524013"/>
            <a:ext cx="1960244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Placebo versus midazolam (n = 27)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4284" y="356039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2353" y="356039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