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pet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9237" y="10327454"/>
            <a:ext cx="3057525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Hedges' g (negative profile − other regions)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7051" y="10209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4941" y="10209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262" y="10209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2152" y="10209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0042" y="10209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931" y="10209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5821" y="10209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681" y="626097"/>
            <a:ext cx="13687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5-HT1a · cumi · beliveau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8567" y="869097"/>
            <a:ext cx="11144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5-HT1a · way · savli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53" y="1112097"/>
            <a:ext cx="12344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az · beliveau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2276" y="1355097"/>
            <a:ext cx="11658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p943 · savli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827" y="1598097"/>
            <a:ext cx="1343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p943 · gallezot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0863" y="1841097"/>
            <a:ext cx="102298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alt · savli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964" y="2084097"/>
            <a:ext cx="13973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cimbi · beliveau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278" y="2327097"/>
            <a:ext cx="11458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mdl · talbot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831" y="2570097"/>
            <a:ext cx="13030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5-HT4 · sb20 · beliveau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18" y="2813097"/>
            <a:ext cx="15544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5-HT6 · gsk · radhakrishnan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166" y="3056097"/>
            <a:ext cx="13093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dasb · beliveau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3475" y="3299097"/>
            <a:ext cx="10978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dasb · savli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457" y="3542097"/>
            <a:ext cx="1257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madam · fazio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253" y="3785097"/>
            <a:ext cx="13658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A4B2 · flubatine · hillmer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937" y="4028097"/>
            <a:ext cx="16373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CB1 · FMPEPd2 · laurikainen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399" y="4271097"/>
            <a:ext cx="134016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CB1 · omar · normandin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118" y="4514097"/>
            <a:ext cx="12915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D1 · SCH23390 · kaller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966" y="4757097"/>
            <a:ext cx="13773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fallypride · jaworska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3435" y="5000097"/>
            <a:ext cx="10201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flb457 · smith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841" y="5243097"/>
            <a:ext cx="12230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flb457 · sandiego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81" y="5486097"/>
            <a:ext cx="13687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raclopride · alakurtti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804" y="5729097"/>
            <a:ext cx="11541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DAT · fepe2i · sasaki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965" y="5972097"/>
            <a:ext cx="9884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DAT · fpcit · 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98" y="6215097"/>
            <a:ext cx="1598056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FDOPA · fluorodopa · gomez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107" y="6458097"/>
            <a:ext cx="15960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GABA-A · flumazenil · dukart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490" y="6701097"/>
            <a:ext cx="19989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GABA-A (bz) · flumazenil · norgaard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9428" y="6944097"/>
            <a:ext cx="10801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H3 · cban · gallezot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708" y="7187097"/>
            <a:ext cx="11287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M1 · lsn · naganawa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809" y="7430097"/>
            <a:ext cx="15030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MU · carfentanil · kantonen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72" y="7673097"/>
            <a:ext cx="14487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MU · carfentanil · turtonen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813" y="7916097"/>
            <a:ext cx="10741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NAT · MRB · hesse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2252" y="8159097"/>
            <a:ext cx="9769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NAT · MRB · 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566" y="8402097"/>
            <a:ext cx="131887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NMDA · ge179 · galovic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911" y="8645097"/>
            <a:ext cx="1468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aghourian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16" y="8888097"/>
            <a:ext cx="142848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tuominen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073" y="9131097"/>
            <a:ext cx="13027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bedard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09" y="9374097"/>
            <a:ext cx="13716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rosaneto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2551" y="9617097"/>
            <a:ext cx="1254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dubois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8843" y="9860097"/>
            <a:ext cx="12030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smart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0664" y="524205"/>
            <a:ext cx="534352" cy="135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q &lt; 0.05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50954" y="666991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