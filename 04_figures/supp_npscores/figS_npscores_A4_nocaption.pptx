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npscores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0041" y="845143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n.s.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9470" y="845143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n.s.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8899" y="845143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n.s.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854" y="253303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Healthy controls
n =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5146" y="2533035"/>
            <a:ext cx="80867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69F00"/>
                </a:solidFill>
                <a:latin typeface="Arial"/>
              </a:rPr>
              <a:t>High-symptom
n = 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4598" y="2533035"/>
            <a:ext cx="44862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D55E00"/>
                </a:solidFill>
                <a:latin typeface="Arial"/>
              </a:rPr>
              <a:t>Patients
n = 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8684" y="2361931"/>
            <a:ext cx="2771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7105" y="2361931"/>
            <a:ext cx="2314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113" y="2361931"/>
            <a:ext cx="2771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6534" y="2361931"/>
            <a:ext cx="2314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542" y="2361931"/>
            <a:ext cx="2771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5963" y="2361931"/>
            <a:ext cx="2314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sim.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94021" y="1401508"/>
            <a:ext cx="166878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 (residualised)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217" y="243766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217" y="221736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217" y="199707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17" y="177677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793" y="155648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793" y="133618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793" y="111589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793" y="89560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793" y="67530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793" y="4550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9753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4044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8334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993" y="505303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Healthy controls
n = 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146" y="5053035"/>
            <a:ext cx="80867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69F00"/>
                </a:solidFill>
                <a:latin typeface="Arial"/>
              </a:rPr>
              <a:t>High-symptom
n = 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5459" y="5053035"/>
            <a:ext cx="44862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D55E00"/>
                </a:solidFill>
                <a:latin typeface="Arial"/>
              </a:rPr>
              <a:t>Patients
n = 130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202" y="4881931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9425" y="4881931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0492" y="4881931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715" y="4881931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4782" y="4881931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8005" y="4881931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11154" y="3921508"/>
            <a:ext cx="150304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 (simulated)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217" y="491320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217" y="468778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217" y="446236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217" y="423693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793" y="40115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793" y="378608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793" y="356066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793" y="333523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793" y="310981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4614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3479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2343" y="335782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68854" y="505303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Healthy controls
n = 69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10581" y="5053035"/>
            <a:ext cx="80867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69F00"/>
                </a:solidFill>
                <a:latin typeface="Arial"/>
              </a:rPr>
              <a:t>High-symptom
n = 89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9468" y="5053035"/>
            <a:ext cx="44862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D55E00"/>
                </a:solidFill>
                <a:latin typeface="Arial"/>
              </a:rPr>
              <a:t>Patients
n = 130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535" y="4881931"/>
            <a:ext cx="26860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44525" y="4881931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16399" y="4881931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43389" y="4881931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15264" y="4881931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42254" y="4881931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3336845" y="3921508"/>
            <a:ext cx="150304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 (simulated)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2504" y="486942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2504" y="465336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11080" y="44372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11080" y="42212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11080" y="400517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11080" y="378910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49358" y="357304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49358" y="335697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49358" y="314091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49358" y="292485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17.5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284" y="468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427" y="2972940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78284" y="2972940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