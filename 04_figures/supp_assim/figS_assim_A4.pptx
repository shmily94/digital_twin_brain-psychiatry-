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assim_A4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87468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48754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10040" y="2433931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37037" y="2433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3033" y="2433931"/>
            <a:ext cx="19631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59609" y="2433931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e12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258084" y="1436716"/>
            <a:ext cx="965834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Simulated FC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5196" y="2591379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5196" y="232503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196" y="205868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773" y="179234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773" y="152599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773" y="125964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773" y="99330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773" y="72695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773" y="460610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0721" y="524013"/>
            <a:ext cx="27180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Five independent runs, six reward-task NP edges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6259" y="657451"/>
            <a:ext cx="1062990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individual run (5)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74544" y="793294"/>
            <a:ext cx="108013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across-run mean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4146" y="686260"/>
            <a:ext cx="1065847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900" b="0" i="0">
                <a:solidFill>
                  <a:srgbClr val="595959"/>
                </a:solidFill>
                <a:latin typeface="Arial"/>
              </a:rPr>
              <a:t>ICC(3,1) = 0.995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48953" y="2550882"/>
            <a:ext cx="146589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 i (simulated FC)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8686" y="243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1282" y="2433931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5309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7905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0501" y="2433931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2962691" y="1433418"/>
            <a:ext cx="1465897" cy="15716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Run j (simulated FC)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62473" y="2545807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2473" y="2252826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62473" y="1959846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01050" y="1666865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01050" y="137388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01050" y="108090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01050" y="787923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1050" y="49494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7215" y="524013"/>
            <a:ext cx="142589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Runs agree edge by 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765" y="668568"/>
            <a:ext cx="1154430" cy="31271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595959"/>
                </a:solidFill>
                <a:latin typeface="Arial"/>
              </a:rPr>
              <a:t>13.8× in SD
(189× in variance)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2746" y="2418205"/>
            <a:ext cx="468629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between
edges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4583" y="2418205"/>
            <a:ext cx="468629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between
runs</a:t>
            </a:r>
          </a:p>
        </p:txBody>
      </p:sp>
      <p:sp>
        <p:nvSpPr>
          <p:cNvPr id="42" name="TextBox 41"/>
          <p:cNvSpPr txBox="1"/>
          <p:nvPr/>
        </p:nvSpPr>
        <p:spPr>
          <a:xfrm rot="16200000">
            <a:off x="4696580" y="1436716"/>
            <a:ext cx="216884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SD of simulated FC (log scale)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1767" y="2800547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mathdefault{10^{-3}}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1767" y="2018484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mathdefault{10^{-2}}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1767" y="1236421"/>
            <a:ext cx="248602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mathdefault{10^{-1}}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88059" y="454358"/>
            <a:ext cx="197167" cy="1438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mathdefault{10^{0}}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80515" y="524013"/>
            <a:ext cx="12944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Signal versus run noise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284" y="356039"/>
            <a:ext cx="97154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481427" y="356039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570284" y="356039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0000" y="2682000"/>
            <a:ext cx="6480000" cy="14525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latin typeface="Arial"/>
              </a:rPr>
              <a:t>Supplementary Fig. S1 | Reproducibility of the assimilation procedure. </a:t>
            </a:r>
            <a:r>
              <a:rPr sz="800" b="0">
                <a:latin typeface="Arial"/>
              </a:rPr>
              <a:t>Five independent HMDA assimilation runs (ensemble Kalman filter, 30 parallel realisations) on the reward-task (MID) BOLD of one representative healthy control at the 100-million-neuron scale. Each run repeated assimilation and forward simulation from scratch, so the spread shown includes both the filter and the Ornstein-Uhlenbeck forward noise. Unit of observation is one run × edge, n = 5 runs × 6 edges = 30 values. </a:t>
            </a:r>
            <a:r>
              <a:rPr sz="800" b="1">
                <a:latin typeface="Arial"/>
              </a:rPr>
              <a:t>a,</a:t>
            </a:r>
            <a:r>
              <a:rPr sz="800" b="0">
                <a:latin typeface="Arial"/>
              </a:rPr>
              <a:t> the six reward-task NP edges plotted run by run: bars are the across-run mean and points the 5 individual runs. The edges are, as parcel pairs in 217-region space, e7 p126-p5, e8 p16-p15, e9 p207-p15, e10 p66-p41, e11 p213-p94, e12 p207-p15. </a:t>
            </a:r>
            <a:r>
              <a:rPr sz="800" b="1">
                <a:latin typeface="Arial"/>
              </a:rPr>
              <a:t>b,</a:t>
            </a:r>
            <a:r>
              <a:rPr sz="800" b="0">
                <a:latin typeface="Arial"/>
              </a:rPr>
              <a:t> edge-wise agreement between runs: every one of the 10 run pairs is plotted against the identity line, 10 pairs × 6 edges = 60 points. Reliability of the edge profile across runs is ICC(3,1) = 0.9951 (two-way mixed, runs fixed, single measurement) and ICC(2,1) = 0.9942 (two-way random, absolute agreement); the mean between-run profile correlation is r = 0.996 (range 0.990-0.999). </a:t>
            </a:r>
            <a:r>
              <a:rPr sz="800" b="1">
                <a:latin typeface="Arial"/>
              </a:rPr>
              <a:t>c,</a:t>
            </a:r>
            <a:r>
              <a:rPr sz="800" b="0">
                <a:latin typeface="Arial"/>
              </a:rPr>
              <a:t> the same spread expressed as standard deviations on a logarithmic axis: between-edge s.d. 0.169 (the biological signal the model has to carry) against a mean between-run s.d. of 0.0123, a signal-to-noise ratio of 13.8-fold in s.d. and 189-fold in variance. Points are the six edges' individual between-run s.d. values. </a:t>
            </a:r>
            <a:r>
              <a:rPr sz="800" b="0">
                <a:latin typeface="Arial"/>
              </a:rPr>
              <a:t>This is a descriptive reliability analysis; no null-hypothesis test is performed. Scope limitation: the repeats exist only for the MID edges and only for this one subject, so what is quantified here is the run-to-run stability of the assimilation procedure, not between-subject generalisability. Source values are in assim5_edges_mid.csv and assim5_stats.csv.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