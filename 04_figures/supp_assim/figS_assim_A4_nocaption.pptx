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assim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7468" y="243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8754" y="243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0040" y="243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7037" y="2433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3033" y="2433931"/>
            <a:ext cx="19631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9609" y="2433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e12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258084" y="1436716"/>
            <a:ext cx="965834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 FC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196" y="2591379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96" y="232503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196" y="205868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773" y="179234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773" y="152599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773" y="125964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773" y="99330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773" y="72695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773" y="46061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721" y="524013"/>
            <a:ext cx="27180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Five independent runs, six reward-task NP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6259" y="657451"/>
            <a:ext cx="10629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individual run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4544" y="793294"/>
            <a:ext cx="108013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across-run 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4146" y="686260"/>
            <a:ext cx="106584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ICC(3,1) = 0.995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8953" y="2550882"/>
            <a:ext cx="1465897" cy="15716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Run i (simulated FC)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8686" y="2433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1282" y="2433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5309" y="243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7905" y="243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0501" y="243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962691" y="1433418"/>
            <a:ext cx="1465897" cy="15716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Run j (simulated FC)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2473" y="254580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2473" y="2252826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2473" y="1959846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1050" y="166686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1050" y="137388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1050" y="108090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1050" y="78792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1050" y="49494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7215" y="524013"/>
            <a:ext cx="1425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Runs agree edge by 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765" y="668568"/>
            <a:ext cx="1154430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13.8× in SD
(189× in variance)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2746" y="2418205"/>
            <a:ext cx="468629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between
edges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4583" y="2418205"/>
            <a:ext cx="468629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between
runs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696580" y="1436716"/>
            <a:ext cx="216884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SD of simulated FC (log scale)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1767" y="2800547"/>
            <a:ext cx="248602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mathdefault{10^{-3}}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1767" y="2018484"/>
            <a:ext cx="248602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mathdefault{10^{-2}}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1767" y="1236421"/>
            <a:ext cx="248602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mathdefault{10^{-1}}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88059" y="454358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mathdefault{10^{0}}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0515" y="524013"/>
            <a:ext cx="1294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Signal versus run noise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284" y="356039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1427" y="356039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0284" y="35603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