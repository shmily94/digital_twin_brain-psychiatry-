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long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85283" y="2263454"/>
            <a:ext cx="1371600" cy="15144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Pearson r (95% CI)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1184" y="2145931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9935" y="2145931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8686" y="2145931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88868" y="214593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7619" y="214593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6370" y="214593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5121" y="214593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770" y="1688718"/>
            <a:ext cx="117729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Baseline internalising
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330" y="1319097"/>
            <a:ext cx="12744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Baseline measured NP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507" y="799829"/>
            <a:ext cx="96869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Symptom change
at FU3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6791" y="657451"/>
            <a:ext cx="146589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Baseline measured NP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6648" y="799009"/>
            <a:ext cx="767328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AMPA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2159" y="940396"/>
            <a:ext cx="912212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GABA-A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819" y="2262882"/>
            <a:ext cx="1751647" cy="15716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Standardised beta (95% CI)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4656" y="2145931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3503" y="2145931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2350" y="2145931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52628" y="214593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1475" y="214593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0322" y="214593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9169" y="214593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9576" y="1852430"/>
            <a:ext cx="10458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Internalising item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9576" y="1585764"/>
            <a:ext cx="10458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Internalising item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9576" y="1319097"/>
            <a:ext cx="10458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Internalising item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9576" y="1052430"/>
            <a:ext cx="10458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Internalising item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6086" y="710940"/>
            <a:ext cx="960834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AMPA restoration
index</a:t>
            </a:r>
          </a:p>
        </p:txBody>
      </p:sp>
      <p:sp>
        <p:nvSpPr>
          <p:cNvPr id="30" name="TextBox 29"/>
          <p:cNvSpPr txBox="1"/>
          <p:nvPr/>
        </p:nvSpPr>
        <p:spPr>
          <a:xfrm rot="18900000">
            <a:off x="913601" y="4477269"/>
            <a:ext cx="5915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Four items</a:t>
            </a:r>
          </a:p>
        </p:txBody>
      </p:sp>
      <p:sp>
        <p:nvSpPr>
          <p:cNvPr id="31" name="TextBox 30"/>
          <p:cNvSpPr txBox="1"/>
          <p:nvPr/>
        </p:nvSpPr>
        <p:spPr>
          <a:xfrm rot="18900000">
            <a:off x="1217374" y="4528023"/>
            <a:ext cx="770944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+ AMPA index</a:t>
            </a:r>
          </a:p>
        </p:txBody>
      </p:sp>
      <p:sp>
        <p:nvSpPr>
          <p:cNvPr id="32" name="TextBox 31"/>
          <p:cNvSpPr txBox="1"/>
          <p:nvPr/>
        </p:nvSpPr>
        <p:spPr>
          <a:xfrm rot="18900000">
            <a:off x="1557044" y="4565808"/>
            <a:ext cx="9045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+ GABA-A index</a:t>
            </a:r>
          </a:p>
        </p:txBody>
      </p:sp>
      <p:sp>
        <p:nvSpPr>
          <p:cNvPr id="33" name="TextBox 32"/>
          <p:cNvSpPr txBox="1"/>
          <p:nvPr/>
        </p:nvSpPr>
        <p:spPr>
          <a:xfrm rot="18900000">
            <a:off x="2112127" y="4525763"/>
            <a:ext cx="76295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Measured NP</a:t>
            </a:r>
          </a:p>
        </p:txBody>
      </p:sp>
      <p:sp>
        <p:nvSpPr>
          <p:cNvPr id="34" name="TextBox 33"/>
          <p:cNvSpPr txBox="1"/>
          <p:nvPr/>
        </p:nvSpPr>
        <p:spPr>
          <a:xfrm rot="18900000">
            <a:off x="2511895" y="4491612"/>
            <a:ext cx="76295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Measured NP
+ AMPA</a:t>
            </a:r>
          </a:p>
        </p:txBody>
      </p:sp>
      <p:sp>
        <p:nvSpPr>
          <p:cNvPr id="35" name="TextBox 34"/>
          <p:cNvSpPr txBox="1"/>
          <p:nvPr/>
        </p:nvSpPr>
        <p:spPr>
          <a:xfrm rot="16200000">
            <a:off x="129563" y="3454559"/>
            <a:ext cx="1248727" cy="1828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Out-of-sample R^2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618" y="4217097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618" y="4010889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618" y="3804681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618" y="3598473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0.075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618" y="3392265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618" y="3186057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618" y="2979849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618" y="2773641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0.175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8415" y="3437827"/>
            <a:ext cx="5429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25510" y="3828067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59769" y="3401827"/>
            <a:ext cx="5429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6864" y="3511267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3106" y="4317544"/>
            <a:ext cx="344909" cy="55289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AMPA
over
four
items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05495" y="4317544"/>
            <a:ext cx="471487" cy="55289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GABA-A
over
four
items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09738" y="4317544"/>
            <a:ext cx="554355" cy="55289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AMPA
over
measured
NP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416" y="4317544"/>
            <a:ext cx="554355" cy="55289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GABA-A
over
measured
NP</a:t>
            </a:r>
          </a:p>
        </p:txBody>
      </p:sp>
      <p:sp>
        <p:nvSpPr>
          <p:cNvPr id="52" name="TextBox 51"/>
          <p:cNvSpPr txBox="1"/>
          <p:nvPr/>
        </p:nvSpPr>
        <p:spPr>
          <a:xfrm rot="16200000">
            <a:off x="3437700" y="3491984"/>
            <a:ext cx="1071562" cy="18199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Incremental R^2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7678" y="425408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47678" y="396608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47678" y="367808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47678" y="339008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47678" y="310208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47678" y="281408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39554" y="2872435"/>
            <a:ext cx="139731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95th centile of the null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16992" y="3013822"/>
            <a:ext cx="622935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Observed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0284" y="468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92813" y="468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284" y="2646106"/>
            <a:ext cx="97154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49334" y="2646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