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long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5283" y="2263454"/>
            <a:ext cx="1371600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Pearson r (95% CI)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1184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9935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8686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8868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7619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6370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5121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70" y="1688718"/>
            <a:ext cx="117729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 internalising
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330" y="1319097"/>
            <a:ext cx="12744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 measured 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507" y="799829"/>
            <a:ext cx="96869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Symptom change
at FU3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6791" y="657451"/>
            <a:ext cx="146589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Baseline measured 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6648" y="799009"/>
            <a:ext cx="767328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2159" y="940396"/>
            <a:ext cx="912212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819" y="2262882"/>
            <a:ext cx="1751647" cy="15716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Standardised beta (95% CI)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4656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503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2350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628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1475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0322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9169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9576" y="1852430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9576" y="1585764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9576" y="1319097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9576" y="1052430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6086" y="710940"/>
            <a:ext cx="96083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AMPA restoration
index</a:t>
            </a:r>
          </a:p>
        </p:txBody>
      </p:sp>
      <p:sp>
        <p:nvSpPr>
          <p:cNvPr id="30" name="TextBox 29"/>
          <p:cNvSpPr txBox="1"/>
          <p:nvPr/>
        </p:nvSpPr>
        <p:spPr>
          <a:xfrm rot="18900000">
            <a:off x="913601" y="4477269"/>
            <a:ext cx="5915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Four items</a:t>
            </a:r>
          </a:p>
        </p:txBody>
      </p:sp>
      <p:sp>
        <p:nvSpPr>
          <p:cNvPr id="31" name="TextBox 30"/>
          <p:cNvSpPr txBox="1"/>
          <p:nvPr/>
        </p:nvSpPr>
        <p:spPr>
          <a:xfrm rot="18900000">
            <a:off x="1217374" y="4528023"/>
            <a:ext cx="77094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+ AMPA index</a:t>
            </a:r>
          </a:p>
        </p:txBody>
      </p:sp>
      <p:sp>
        <p:nvSpPr>
          <p:cNvPr id="32" name="TextBox 31"/>
          <p:cNvSpPr txBox="1"/>
          <p:nvPr/>
        </p:nvSpPr>
        <p:spPr>
          <a:xfrm rot="18900000">
            <a:off x="1557044" y="4565808"/>
            <a:ext cx="9045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+ GABA-A index</a:t>
            </a:r>
          </a:p>
        </p:txBody>
      </p:sp>
      <p:sp>
        <p:nvSpPr>
          <p:cNvPr id="33" name="TextBox 32"/>
          <p:cNvSpPr txBox="1"/>
          <p:nvPr/>
        </p:nvSpPr>
        <p:spPr>
          <a:xfrm rot="18900000">
            <a:off x="2112127" y="4525763"/>
            <a:ext cx="7629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Measured NP</a:t>
            </a:r>
          </a:p>
        </p:txBody>
      </p:sp>
      <p:sp>
        <p:nvSpPr>
          <p:cNvPr id="34" name="TextBox 33"/>
          <p:cNvSpPr txBox="1"/>
          <p:nvPr/>
        </p:nvSpPr>
        <p:spPr>
          <a:xfrm rot="18900000">
            <a:off x="2511895" y="4491612"/>
            <a:ext cx="76295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Measured NP
+ AMPA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129563" y="3454559"/>
            <a:ext cx="124872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Out-of-sample R^2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618" y="4217097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618" y="4010889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18" y="380468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618" y="3598473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" y="3392265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618" y="3186057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618" y="2979849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618" y="277364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8415" y="3437827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25510" y="3828067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59769" y="3401827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6864" y="3511267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3106" y="4317544"/>
            <a:ext cx="344909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AMPA
over
four
items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5495" y="4317544"/>
            <a:ext cx="471487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GABA-A
over
four
items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09738" y="4317544"/>
            <a:ext cx="554355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AMPA
over
measured
NP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416" y="4317544"/>
            <a:ext cx="554355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GABA-A
over
measured
NP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3437700" y="3491984"/>
            <a:ext cx="1071562" cy="18199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Incremental R^2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7678" y="4254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7678" y="3966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7678" y="3678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47678" y="3390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7678" y="3102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7678" y="2814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39554" y="2872435"/>
            <a:ext cx="139731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95th centile of the null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16992" y="3013822"/>
            <a:ext cx="62293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Observed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2813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284" y="2646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49334" y="2646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0000" y="4968983"/>
            <a:ext cx="6480000" cy="315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 Fig. S13 | The longitudinal prediction in full: what the restoration index adds over baseline behaviour and baseline connectivity. </a:t>
            </a:r>
            <a:r>
              <a:rPr sz="800" b="0">
                <a:latin typeface="Arial"/>
              </a:rPr>
              <a:t>The follow-up sample is the n = 85 IMAGEN participants with a digital twin at baseline (age 19) and a symptom assessment at FU3 (age 23). The behavioural measure is the baseline internalising total, the sum of items 3-6 of the battery, and the outcome is that same sum at FU3 residualised on its baseline value; item-level correlations are tabulated in long_correlations_n85.csv and are not drawn here. The restoration index is the similarity of a participant's perturbed twin to the healthy pattern, computed separately for the AMPA and the GABA-A perturbation, with the same weights for both. Correlations are Pearson with Fisher-z 95% confidence intervals; all tests two-sided; filled symbols mark an uncorrected P &lt; 0.05 in a and b. This figure holds the analyses behind Fig. 5h and 5i without repeating them: the index-versus-outcome scatter and the permuted R2 of the full model are in the main figure. </a:t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 every pairwise correlation the prediction rests on. Measured baseline connectivity already carries signal: it tracks the baseline internalising total (r = -0.30 (95% CI -0.48 to -0.10, P = 0.00488), Benjamini-Hochberg q = 0.013 across the panel's targets) and later symptom change (r = +0.39 (95% CI +0.19 to +0.56, P = 0.00023), q = 0.002), which is the baseline any claim for the twins has to beat. Both indices track later change (AMPA r = +0.26 (95% CI +0.05 to +0.45, P = 0.0148); GABA-A r = +0.23 (95% CI +0.02 to +0.43, P = 0.0309)) and neither is explained by the baseline scan (AMPA r = +0.10 (95% CI -0.11 to +0.31, P = 0.34); GABA-A r = +0.07 (95% CI -0.14 to +0.28, P = 0.506)), so an index is not a proxy for measured connectivity. Against the baseline internalising total the AMPA index is flat (r = -0.16 (95% CI -0.36 to +0.06, P = 0.153)) and the GABA-A index is weakly negative (r = -0.23 (95% CI -0.42 to -0.01, P = 0.0379)). </a:t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 the full model of FU3 symptom change on the AMPA restoration index and the four internalising items: R2 = 0.233, F(5, 79) = 4.80, P = 0.0007. The index carries an independent contribution (standardised beta = +0.227, 95% CI +0.023 to +0.431, t(79) = 2.22, P = 0.0295), as does one item (internalising item 4, beta = -0.319, P = 0.00603); the other three do not (P 0.28-0.93). The items enter separately here rather than as their sum, which is why they are listed individually; the item numbering follows the order of the battery and the per-column domain mapping is not verified in the source data. </a:t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 out-of-sample accuracy, 10-fold cross-validation with pooled out-of-fold predictions and 10 repeats (bars, mean over repeats; points, the individual repeats). Adding the AMPA index raises cross-validated R2 from 0.086 +/- 0.018 to 0.111 +/- 0.016 over the four items, and from 0.111 +/- 0.013 to 0.136 +/- 0.016 over measured baseline connectivity; the GABA-A index adds nothing (0.088 +/- 0.023). These are out-of-sample values and carry no test. </a:t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 incremental R2 of each index over each covariate set, against its own permutation null (grey violin, 5,000 permutations of the outcome; dashed line, the null's 95th centile). Over the four items the AMPA index adds 0.048 (F(1, 79) = 4.91, P = 0.0295, permutation P = 0.043) and over measured baseline connectivity 0.050 (F(1, 82) = 5.15, P = 0.0259, permutation P = 0.039). The GABA-A index adds 0.021 (P = 0.156, permutation P = 0.188) and 0.043 (P = 0.0405, permutation P = 0.059), i.e. it reaches the conventional threshold over the measured scan but not over behaviour and not on the permutation test. The y axis is cut at 0.10 so that the observed values stay readable; the nulls are thin above that and reach 0.145-0.167 at their maxima, with 99th centiles of 0.074-0.078. Symbols give the permutation P; *P &lt; 0.05, **P &lt; 0.01, ***P &lt; 0.001; n.s., not significant. The increments are a few per cent of variance in a sample of 85, and the nulls are shown so that they can be read against what chance produces here.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