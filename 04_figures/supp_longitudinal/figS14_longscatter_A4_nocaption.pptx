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14_longscatter_A4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69108" y="626358"/>
            <a:ext cx="585787" cy="33521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Age 19
r = −0.30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8159" y="2011700"/>
            <a:ext cx="920115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Empirical NP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0517" y="189393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899" y="189393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6711" y="1893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54093" y="1893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2.5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191777" y="1069219"/>
            <a:ext cx="1254442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Internalising total,
age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111" y="2163529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4409" y="1760065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2687" y="135660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2687" y="95313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2687" y="549673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2666" y="609598"/>
            <a:ext cx="1317307" cy="50281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AMPA
covariate: symptoms
r = 0.24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3420" y="1992043"/>
            <a:ext cx="1243012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Restoration index
(residual)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0890" y="18939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0062" y="18939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4955" y="189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9837" y="189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9008" y="189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2459659" y="982038"/>
            <a:ext cx="1291590" cy="51992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Symptom change,
age 19–23
(residual)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0821" y="2000754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20821" y="1703486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1119" y="140621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9397" y="1108949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59397" y="811680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59397" y="514412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3491" y="609598"/>
            <a:ext cx="987355" cy="50281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Model of b
(AMPA + items)
r = 0.48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2635" y="2011700"/>
            <a:ext cx="194024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Predicted symptom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03132" y="18939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15537" y="18939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3663" y="189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1778" y="189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 rot="16200000">
            <a:off x="4708376" y="1068428"/>
            <a:ext cx="1291590" cy="34714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Symptom change,
age 19–23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38651" y="2025310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38651" y="1769717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38651" y="1514123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38949" y="125852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77227" y="1002935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77227" y="74734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77227" y="491748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77681" y="2660358"/>
            <a:ext cx="500062" cy="33521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AMPA
r = 0.10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6711" y="4045700"/>
            <a:ext cx="124301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Restoration index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9343" y="39279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68997" y="39279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54373" y="3927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49737" y="3927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79391" y="3927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50" name="TextBox 49"/>
          <p:cNvSpPr txBox="1"/>
          <p:nvPr/>
        </p:nvSpPr>
        <p:spPr>
          <a:xfrm rot="16200000">
            <a:off x="346306" y="3103219"/>
            <a:ext cx="945386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Empirical NP,
age 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5833" y="3971037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65833" y="3633166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04409" y="3295294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04409" y="295742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04409" y="2619552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85818" y="2660358"/>
            <a:ext cx="585787" cy="33521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AMPA
r = −0.16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33420" y="4045700"/>
            <a:ext cx="124301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Restoration index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6053" y="39279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85707" y="39279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71082" y="3927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66447" y="3927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96101" y="3927931"/>
            <a:ext cx="13715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63" name="TextBox 62"/>
          <p:cNvSpPr txBox="1"/>
          <p:nvPr/>
        </p:nvSpPr>
        <p:spPr>
          <a:xfrm rot="16200000">
            <a:off x="2408487" y="3103219"/>
            <a:ext cx="1254442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Internalising total,
age 19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20821" y="4197529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21119" y="3794065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59397" y="339060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59397" y="298713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59397" y="2583673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30495" y="2643598"/>
            <a:ext cx="1317307" cy="50281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GABA-A
covariate: symptoms
r = 0.16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51250" y="4026043"/>
            <a:ext cx="1243012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Restoration index
(residual)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79736" y="39279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-40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68372" y="39279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2730" y="3927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67076" y="3927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55712" y="3927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76" name="TextBox 75"/>
          <p:cNvSpPr txBox="1"/>
          <p:nvPr/>
        </p:nvSpPr>
        <p:spPr>
          <a:xfrm rot="16200000">
            <a:off x="4777488" y="3016038"/>
            <a:ext cx="1291590" cy="51992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Symptom change,
age 19–23
(residual)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38651" y="4034754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38651" y="3737486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738949" y="344021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77227" y="3142949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77227" y="2845680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77227" y="2548412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80240" y="4677598"/>
            <a:ext cx="1474470" cy="50281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GABA-A
covariate: empirical NP
r = 0.22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16711" y="6060043"/>
            <a:ext cx="1243012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Restoration index
(residual)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98786" y="59619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682921" y="5961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77044" y="5961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505457" y="5961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89" name="TextBox 88"/>
          <p:cNvSpPr txBox="1"/>
          <p:nvPr/>
        </p:nvSpPr>
        <p:spPr>
          <a:xfrm rot="16200000">
            <a:off x="242949" y="5050038"/>
            <a:ext cx="1291590" cy="51992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Symptom change,
age 19–23
(residual)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04111" y="6051373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04111" y="57554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04409" y="545948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42687" y="5163548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42687" y="4867606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42687" y="4571664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84310" y="4677598"/>
            <a:ext cx="1600869" cy="50281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Model of g
(GABA-A + empirical NP)
r = 0.44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984805" y="6079700"/>
            <a:ext cx="194024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Predicted symptom change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051414" y="59619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600535" y="59619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205379" y="5961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720211" y="5961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02" name="TextBox 101"/>
          <p:cNvSpPr txBox="1"/>
          <p:nvPr/>
        </p:nvSpPr>
        <p:spPr>
          <a:xfrm rot="16200000">
            <a:off x="2390547" y="5136428"/>
            <a:ext cx="1291590" cy="34714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Symptom change,
age 19–23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320821" y="6093310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20821" y="5837717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320821" y="5582123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421119" y="532652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359397" y="5070935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359397" y="481534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359397" y="4559748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30284" y="468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746137" y="4681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064823" y="468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29427" y="25021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746994" y="2502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068824" y="2500796"/>
            <a:ext cx="57150" cy="16533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f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29427" y="4535748"/>
            <a:ext cx="105727" cy="16427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g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746137" y="45361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