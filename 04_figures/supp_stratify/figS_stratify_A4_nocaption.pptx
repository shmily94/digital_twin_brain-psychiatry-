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stratify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53750" y="896520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0384" y="703698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834" y="2358793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0372" y="2358951"/>
            <a:ext cx="3629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9348" y="2358951"/>
            <a:ext cx="33432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AUD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41759" y="1303219"/>
            <a:ext cx="1554480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Negative-profile score
(residual)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478" y="242241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478" y="2159869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478" y="189732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055" y="163477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055" y="137222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055" y="110967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055" y="84712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055" y="58458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2384" y="896520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1136" y="2358793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2183" y="2358951"/>
            <a:ext cx="57721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Patients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2270897" y="1303219"/>
            <a:ext cx="1483042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Positive-profile score
(residual)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5185" y="2278579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-5.0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5185" y="2024103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3762" y="176962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3762" y="151514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3762" y="126067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3762" y="100619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2040" y="75171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2040" y="49724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12.5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6330" y="896520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7257" y="703698"/>
            <a:ext cx="542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5414" y="2358793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2952" y="2358951"/>
            <a:ext cx="3629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28" y="2358951"/>
            <a:ext cx="33432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AUD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4567187" y="1303219"/>
            <a:ext cx="1483042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Positive-profile score
(residual)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71475" y="2278579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-5.0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71475" y="2024103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0052" y="176962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10052" y="151514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10052" y="126067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10052" y="100619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8330" y="75171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8330" y="49724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12.5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53750" y="3269885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0384" y="3077063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52834" y="4732158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90372" y="4732316"/>
            <a:ext cx="3629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09348" y="4732316"/>
            <a:ext cx="33432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AUD</a:t>
            </a:r>
          </a:p>
        </p:txBody>
      </p:sp>
      <p:sp>
        <p:nvSpPr>
          <p:cNvPr id="48" name="TextBox 47"/>
          <p:cNvSpPr txBox="1"/>
          <p:nvPr/>
        </p:nvSpPr>
        <p:spPr>
          <a:xfrm rot="16200000">
            <a:off x="267501" y="3676584"/>
            <a:ext cx="1102995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NP factor score
(residual)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1478" y="4776244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1478" y="4417652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0055" y="405905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0055" y="370046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0055" y="334187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0055" y="298328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0055" y="262468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84330" y="3269885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86674" y="3077063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49124" y="4732158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86662" y="4732316"/>
            <a:ext cx="3629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05638" y="4732316"/>
            <a:ext cx="33432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AUD</a:t>
            </a:r>
          </a:p>
        </p:txBody>
      </p:sp>
      <p:sp>
        <p:nvSpPr>
          <p:cNvPr id="61" name="TextBox 60"/>
          <p:cNvSpPr txBox="1"/>
          <p:nvPr/>
        </p:nvSpPr>
        <p:spPr>
          <a:xfrm rot="16200000">
            <a:off x="1888755" y="3774081"/>
            <a:ext cx="2091332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Summed DAWBA band score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6046" y="4884645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06345" y="449352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44623" y="4102406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44623" y="371128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44623" y="332016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44623" y="292904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0284" y="468106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22847" y="468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19994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9427" y="28153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23704" y="28153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