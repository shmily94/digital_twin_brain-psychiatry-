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oldham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1521" y="658180"/>
            <a:ext cx="668655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3413" y="658351"/>
            <a:ext cx="58578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r = −0.47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7" y="2388043"/>
            <a:ext cx="1217295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Mean of baseline
and AMPA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1714" y="22899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1513" y="22899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43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2543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2342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2141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-60892" y="1365508"/>
            <a:ext cx="1602521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AMPA state −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217" y="2591134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217" y="2172330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793" y="175352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793" y="1334722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793" y="91591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793" y="49711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5722" y="658180"/>
            <a:ext cx="668655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4766" y="658351"/>
            <a:ext cx="50006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r = 0.59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8713" y="2387884"/>
            <a:ext cx="1299983" cy="34714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Mean of baseline
and GABA-A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0471" y="22899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1412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40920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0429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9938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9447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2058187" y="1364716"/>
            <a:ext cx="1765756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GABA-A state − 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25835" y="2259240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4411" y="200734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4411" y="175544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4411" y="150354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4411" y="1251645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2689" y="999746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02689" y="747848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12.5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02689" y="49594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15.0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29766" y="658351"/>
            <a:ext cx="48577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Healthy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0522" y="658351"/>
            <a:ext cx="50006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r = 0.22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92958" y="2388043"/>
            <a:ext cx="1183005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Mean of placebo
and ketamine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91060" y="22899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43957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5423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6889" y="228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 rot="16200000">
            <a:off x="4539368" y="1365508"/>
            <a:ext cx="1417320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Ketamine − placebo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1590" y="2242525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-1.5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11590" y="196666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11590" y="1690797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50166" y="141493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50166" y="113906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50166" y="863205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50166" y="58734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9809" y="3142351"/>
            <a:ext cx="48577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Healthy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50565" y="3142351"/>
            <a:ext cx="50006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r = 0.25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3002" y="4872043"/>
            <a:ext cx="1183005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Mean of placebo
and midazolam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3376" y="47739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72901" y="477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00995" y="477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29089" y="477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 rot="16200000">
            <a:off x="-16869" y="3849508"/>
            <a:ext cx="1514475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Midazolam − placebo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4217" y="4841874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4217" y="4536007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4217" y="4230139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2793" y="392427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2793" y="361840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2793" y="331253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2793" y="300666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46582" y="3142180"/>
            <a:ext cx="460057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Clinical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54766" y="3142351"/>
            <a:ext cx="50006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r = 0.12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07203" y="4872043"/>
            <a:ext cx="1183005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Mean of placebo
and ketamine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44070" y="47739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40788" y="47739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58938" y="477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5656" y="477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52374" y="477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 rot="16200000">
            <a:off x="2231772" y="3849508"/>
            <a:ext cx="1417320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Ketamine − placebo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18418" y="4758070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18418" y="4480264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18418" y="4202459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56994" y="392465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56994" y="3646848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56994" y="3369042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56994" y="309123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56994" y="28134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0284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29491" y="468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37944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9427" y="2923262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30349" y="2923262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