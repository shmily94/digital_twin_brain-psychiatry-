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oldham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521" y="658180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3413" y="658351"/>
            <a:ext cx="58578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−0.47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7" y="2388043"/>
            <a:ext cx="12172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
and AMPA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714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1513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4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54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2342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2141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60892" y="1365508"/>
            <a:ext cx="1602521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AMPA state −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217" y="259113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217" y="217233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793" y="175352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793" y="133472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793" y="91591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793" y="49711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5722" y="658180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4766" y="658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8713" y="2387884"/>
            <a:ext cx="1299983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
and GABA-A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0471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1412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0920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0429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9938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9447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2058187" y="1364716"/>
            <a:ext cx="1765756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GABA-A state −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5835" y="225924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4411" y="20073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4411" y="175544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4411" y="15035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11" y="125164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689" y="99974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2689" y="74784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2689" y="49594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9766" y="658351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Healthy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22" y="658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2958" y="2388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ketamine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1060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3957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542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6889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 rot="16200000">
            <a:off x="4539368" y="1365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Ketamine − placebo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1590" y="224252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1590" y="196666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1590" y="169079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0166" y="14149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0166" y="11390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0166" y="86320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50166" y="5873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809" y="3142351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Healthy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50565" y="3142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3002" y="4872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midazolam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76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2901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0995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29089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-16869" y="3849508"/>
            <a:ext cx="151447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Midazolam − placebo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4217" y="484187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217" y="453600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4217" y="423013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793" y="392427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793" y="361840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793" y="33125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793" y="300666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582" y="3142180"/>
            <a:ext cx="46005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Clinical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4766" y="3142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7203" y="4872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ketamine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44070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0788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58938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5656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2374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2231772" y="3849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Ketamine − placebo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418" y="475807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18418" y="448026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18418" y="420245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56994" y="392465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56994" y="364684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56994" y="336904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56994" y="30912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6994" y="28134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29491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3794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9427" y="2923262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0349" y="2923262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0000" y="5238000"/>
            <a:ext cx="6480000" cy="293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S12 | Oldham's test for baseline dependence, in the model and in both drug datasets. </a:t>
            </a:r>
            <a:r>
              <a:rPr sz="800" b="0">
                <a:latin typeface="Arial"/>
              </a:rPr>
              <a:t>Each panel plots the change against the AVERAGE of the two measurements rather than against the baseline (Oldham's method), which removes the mathematical coupling that makes a plain baseline-versus-change correlation negative even when nothing depends on the baseline; the method is shift-invariant, so it is unaffected by the per-condition mean-centring of the pharmacology scores. Points are individual subjects or twins, the line is the ordinary-least-squares fit with its 95% confidence band, the dashed line marks no change, and the coefficient in the heading band is Oldham's r itself; its confidence interval, t, P and n are given below. Colour pairs each drug with its model counterpart: ketamine with the AMPA perturbation (a, c, e) and midazolam with GABA-A (b, d). What the test answers: because cov(mean, difference) = [var(post) - var(pre)] / 2 exactly, the sign of Oldham's r is determined by the variance ratio and the test is algebraically the paired variance-equality (Pitman-Morgan) test. It therefore asks whether the perturbation compressed or expanded between-subject spread, NOT whether subjects with a high baseline changed more. All correlations are two-sided Pearson and uncorrected.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the digital twins of the Fig. 4 cohort, simulated baseline to the AMPA-perturbed state. This is the one contrast in which spread CONTRACTS, so Oldham's r is negative. Oldham r = -0.467 (95% CI -0.553 to -0.371), t = -8.93, df = 286, P = 5.4e-17, n = 288; s.d. 0.905 before and 0.554 after, variance ratio 0.37. The naive baseline-versus-change correlation for the same data is -0.819 (P = 7.4e-71) and the slope of the perturbed value on the baseline is 0.156 (0.087 to 0.225).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the same twins, baseline to the GABA-A state (oldham_tests.csv contrast "baseline -&gt; GABA-A"), where spread expands and the sign reverses. Oldham r = +0.589 (95% CI +0.507 to +0.659), t = 12.31, df = 286, P = 3.1e-28, n = 288; s.d. 0.905 before and 1.734 after, variance ratio 3.68. The naive baseline-versus-change correlation for the same data is -0.240 (P = 3.9e-05) and the slope of the perturbed value on the baseline is 0.546 (0.332 to 0.760).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the healthy cohort, placebo to ketamine, raw summed FC over the six NP-related MID edges. Oldham r = +0.223 (95% CI -0.172 to +0.556), t = 1.14, df = 25, P = 0.264, n = 27; s.d. 0.533 before and 0.651 after, variance ratio 1.49. The naive baseline-versus-change correlation for the same data is -0.365 (P = 0.0611) and the slope of the perturbed value on the baseline is 0.578 (0.135 to 1.021). </a:t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 the healthy cohort, placebo to midazolam, same measure. Oldham r = +0.247 (95% CI -0.147 to +0.573), t = 1.28, df = 25, P = 0.214, n = 27; s.d. 0.533 before and 0.686 after, variance ratio 1.66. The naive baseline-versus-change correlation for the same data is -0.587 (P = 0.00129) and the slope of the perturbed value on the baseline is 0.069 (-0.461 to 0.598). </a:t>
            </a:r>
            <a:r>
              <a:rPr sz="800" b="1">
                <a:latin typeface="Arial"/>
              </a:rPr>
              <a:t>e,</a:t>
            </a:r>
            <a:r>
              <a:rPr sz="800" b="0">
                <a:latin typeface="Arial"/>
              </a:rPr>
              <a:t> the clinical cohort, placebo session to the ketamine session, all 36 participants (MDD 22 and HC 14). Oldham r = +0.116 (95% CI -0.221 to +0.428), t = 0.68, df = 34, P = 0.5, n = 36; s.d. 1.438 before and 1.615 after, variance ratio 1.26. The naive baseline-versus-change correlation for the same data is -0.701 (P = 2.0e-06) and the slope of the perturbed value on the baseline is -0.099 (-0.489 to 0.291). </a:t>
            </a:r>
            <a:r>
              <a:rPr sz="800" b="0">
                <a:latin typeface="Arial"/>
              </a:rPr>
              <a:t>In none of the three drug contrasts does Oldham's r differ from zero (P = 0.264, P = 0.214 and P = 0.5), while the naive baseline-versus-change correlation is large and negative in all of them (-0.37, -0.59 and -0.70): the apparent baseline dependence in the drug data is what the coupling alone produces. The motion-residualised versions of c and d and the MDD-only subgroup of e are tabulated in oldham_tests.csv and lead to the same conclusion.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