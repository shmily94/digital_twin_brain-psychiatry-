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S_fidelity_A4_nocaptio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14837" y="2984531"/>
            <a:ext cx="23145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MID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33489" y="2984531"/>
            <a:ext cx="24288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SST</a:t>
            </a:r>
          </a:p>
        </p:txBody>
      </p:sp>
      <p:sp>
        <p:nvSpPr>
          <p:cNvPr id="5" name="TextBox 4"/>
          <p:cNvSpPr txBox="1"/>
          <p:nvPr/>
        </p:nvSpPr>
        <p:spPr>
          <a:xfrm rot="16200000">
            <a:off x="-120485" y="1626428"/>
            <a:ext cx="1880235" cy="34714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Simulated-empirical BOLD
correlation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6744" y="2903097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6744" y="2442297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6744" y="1981497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6744" y="1520697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6744" y="1059897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6744" y="599097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4990" y="3135921"/>
            <a:ext cx="108299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Assimilated regions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6710" y="3256670"/>
            <a:ext cx="66579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Whole brain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6084" y="2760881"/>
            <a:ext cx="14573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***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90225" y="2760881"/>
            <a:ext cx="14573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***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4366" y="2760881"/>
            <a:ext cx="14573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***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6084" y="2248881"/>
            <a:ext cx="14573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***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90225" y="2248881"/>
            <a:ext cx="14573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***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4366" y="2248881"/>
            <a:ext cx="14573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***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6084" y="1736881"/>
            <a:ext cx="14573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***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90225" y="1736881"/>
            <a:ext cx="14573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***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4366" y="1736881"/>
            <a:ext cx="14573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***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6084" y="1224881"/>
            <a:ext cx="14573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***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90225" y="1224881"/>
            <a:ext cx="14573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***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04366" y="1224881"/>
            <a:ext cx="14573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***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47497" y="2984531"/>
            <a:ext cx="40290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Big win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94486" y="2984531"/>
            <a:ext cx="53721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Small win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5780" y="2984531"/>
            <a:ext cx="38290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No win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62814" y="2444274"/>
            <a:ext cx="554355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Simulated
feedback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95948" y="1932274"/>
            <a:ext cx="628650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Simulated
anticipation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96246" y="1420274"/>
            <a:ext cx="517207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Empirical
feedback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95948" y="908274"/>
            <a:ext cx="628650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Empirical
anticipation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15838" y="2967729"/>
            <a:ext cx="37433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r = 0.2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15838" y="3108798"/>
            <a:ext cx="37433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r = 0.4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0284" y="431122"/>
            <a:ext cx="97155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98723" y="431122"/>
            <a:ext cx="105727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