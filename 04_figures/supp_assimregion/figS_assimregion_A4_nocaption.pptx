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assimregion_A4_nocap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74771" y="1957700"/>
            <a:ext cx="1374457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Assimilated parcels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710" y="183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3420" y="183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3420" y="183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63420" y="183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3420" y="183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9130" y="1839931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890" y="1423824"/>
            <a:ext cx="78295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Reward (MID)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453" y="908370"/>
            <a:ext cx="8601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Inhibition (SST)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3725" y="620355"/>
            <a:ext cx="742950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Meta-analytic
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8015" y="913119"/>
            <a:ext cx="4000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Shared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4013" y="1048622"/>
            <a:ext cx="54006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Activation
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5103" y="1824205"/>
            <a:ext cx="43148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Reward
(MID)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48552" y="1824205"/>
            <a:ext cx="497204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Inhibition
(SST)</a:t>
            </a:r>
          </a:p>
        </p:txBody>
      </p:sp>
      <p:sp>
        <p:nvSpPr>
          <p:cNvPr id="17" name="TextBox 16"/>
          <p:cNvSpPr txBox="1"/>
          <p:nvPr/>
        </p:nvSpPr>
        <p:spPr>
          <a:xfrm rot="16200000">
            <a:off x="3548385" y="1139716"/>
            <a:ext cx="153162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Subcortical share (%)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7828" y="173309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6106" y="1342063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6106" y="951028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6106" y="559994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728" y="620355"/>
            <a:ext cx="422910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Meta-
analytic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1727" y="897393"/>
            <a:ext cx="582930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Activation-
defined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4755" y="3631454"/>
            <a:ext cx="1634489" cy="15144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Activation threshold (T)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6281" y="3513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38424" y="3513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6277" y="351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8420" y="351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29" name="TextBox 28"/>
          <p:cNvSpPr txBox="1"/>
          <p:nvPr/>
        </p:nvSpPr>
        <p:spPr>
          <a:xfrm rot="16200000">
            <a:off x="23525" y="2716219"/>
            <a:ext cx="1511617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Meta-analytic parcels
also activated (%)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5827" y="340709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4106" y="318029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106" y="295349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106" y="272669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106" y="249989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384" y="2273097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85511" y="2294355"/>
            <a:ext cx="43148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Reward
(MID)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53793" y="2571393"/>
            <a:ext cx="7486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Region-mean
threshold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8939" y="2848432"/>
            <a:ext cx="497204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Inhibition
(SST)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66964" y="3498205"/>
            <a:ext cx="43148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Reward
feed.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48141" y="3498205"/>
            <a:ext cx="43148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Reward
antic.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3611" y="3498205"/>
            <a:ext cx="30289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Inhib.
succ.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74787" y="3498205"/>
            <a:ext cx="30289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Inhib.
fail.</a:t>
            </a:r>
          </a:p>
        </p:txBody>
      </p:sp>
      <p:sp>
        <p:nvSpPr>
          <p:cNvPr id="43" name="TextBox 42"/>
          <p:cNvSpPr txBox="1"/>
          <p:nvPr/>
        </p:nvSpPr>
        <p:spPr>
          <a:xfrm rot="16200000">
            <a:off x="3434826" y="2714987"/>
            <a:ext cx="1545907" cy="34802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Whole-brain accuracy
(Pearson 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55244" y="370037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55244" y="3309338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55244" y="291830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55244" y="252726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55244" y="2136235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92049" y="5187931"/>
            <a:ext cx="54578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Feedback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54747" y="5187931"/>
            <a:ext cx="4086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Anticip.</a:t>
            </a:r>
          </a:p>
        </p:txBody>
      </p:sp>
      <p:sp>
        <p:nvSpPr>
          <p:cNvPr id="51" name="TextBox 50"/>
          <p:cNvSpPr txBox="1"/>
          <p:nvPr/>
        </p:nvSpPr>
        <p:spPr>
          <a:xfrm rot="16200000">
            <a:off x="-130573" y="4487276"/>
            <a:ext cx="1920240" cy="15144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Connectome agreement (r)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523" y="508109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0.96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1523" y="480109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0.97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1523" y="452109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0.98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1523" y="424109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0.99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1523" y="396109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1523" y="368109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22583" y="3968355"/>
            <a:ext cx="65436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Repeated
assimilation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48586" y="4245393"/>
            <a:ext cx="39433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Region
swap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88188" y="5305700"/>
            <a:ext cx="155162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Assimilated endpoints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23204" y="5187931"/>
            <a:ext cx="25431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Both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42297" y="5187931"/>
            <a:ext cx="234314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67091" y="5187931"/>
            <a:ext cx="4029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Neither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07627" y="5187931"/>
            <a:ext cx="14001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All</a:t>
            </a:r>
          </a:p>
        </p:txBody>
      </p:sp>
      <p:sp>
        <p:nvSpPr>
          <p:cNvPr id="65" name="TextBox 64"/>
          <p:cNvSpPr txBox="1"/>
          <p:nvPr/>
        </p:nvSpPr>
        <p:spPr>
          <a:xfrm rot="16200000">
            <a:off x="3381440" y="4487276"/>
            <a:ext cx="1700212" cy="15144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Simulated vs empirical 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3523" y="508109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93523" y="480850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93523" y="4535905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93523" y="4263309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0.75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93523" y="3990712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93523" y="3718116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1.25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37659" y="5682217"/>
            <a:ext cx="76009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737373"/>
                </a:solidFill>
                <a:latin typeface="Arial"/>
              </a:rPr>
              <a:t>Inhibition task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20277" y="5682217"/>
            <a:ext cx="69437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737373"/>
                </a:solidFill>
                <a:latin typeface="Arial"/>
              </a:rPr>
              <a:t>Reward task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71499" y="7033510"/>
            <a:ext cx="2583001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NP edge (region pair, model indices)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38384" y="6774205"/>
            <a:ext cx="31718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
86-28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612387" y="6774205"/>
            <a:ext cx="38576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
128-58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20679" y="6774205"/>
            <a:ext cx="38576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3
124-86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428972" y="6774205"/>
            <a:ext cx="38576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
126-64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02975" y="6774205"/>
            <a:ext cx="45434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5
157-121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11267" y="6774205"/>
            <a:ext cx="45434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6
200-170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88140" y="6774205"/>
            <a:ext cx="31718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7
126-5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096433" y="6774205"/>
            <a:ext cx="31718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8
16-15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70435" y="6774205"/>
            <a:ext cx="38576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9
207-15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13018" y="6774205"/>
            <a:ext cx="31718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10
66-41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87021" y="6774205"/>
            <a:ext cx="38576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11
213-94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95313" y="6774205"/>
            <a:ext cx="38576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12
207-15</a:t>
            </a:r>
          </a:p>
        </p:txBody>
      </p:sp>
      <p:sp>
        <p:nvSpPr>
          <p:cNvPr id="87" name="TextBox 86"/>
          <p:cNvSpPr txBox="1"/>
          <p:nvPr/>
        </p:nvSpPr>
        <p:spPr>
          <a:xfrm rot="16200000">
            <a:off x="78600" y="6125716"/>
            <a:ext cx="1434018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Task FC of the edge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2946" y="6905152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-0.75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52946" y="6663788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-0.50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52946" y="6422424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-0.25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1523" y="618106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1523" y="593969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1523" y="5698333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1523" y="5456970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0.75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9240" y="7191502"/>
            <a:ext cx="218027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meta-analytic, 5 runs (mean and range)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9827" y="7317332"/>
            <a:ext cx="9744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activation-defined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746314" y="7191502"/>
            <a:ext cx="50292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empirical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567148" y="7317332"/>
            <a:ext cx="229457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meta-analytic, 10 M cohort model (d only)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729355" y="7191502"/>
            <a:ext cx="228028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circle, reward task; square, inhibition task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30284" y="500506"/>
            <a:ext cx="97154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931427" y="5005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30284" y="2174506"/>
            <a:ext cx="97154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931427" y="21745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30284" y="3848506"/>
            <a:ext cx="97154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36285" y="3847196"/>
            <a:ext cx="57150" cy="16533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f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29427" y="5522148"/>
            <a:ext cx="105727" cy="16427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