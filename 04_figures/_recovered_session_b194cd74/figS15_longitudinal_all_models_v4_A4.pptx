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668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15_longitudinal_all_models_v4_A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668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997" y="707051"/>
            <a:ext cx="637222" cy="10428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r = -0.10 n.s.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22050" y="2095531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920" y="2095531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8181" y="20955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-7.5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1152" y="20955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-5.0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4123" y="20955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525" y="20955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1496" y="20955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-349545" y="1294006"/>
            <a:ext cx="12560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Observed Δ symptoms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529" y="2376126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529" y="1947554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529" y="1518983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827" y="109041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05" y="66184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05" y="23326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989" y="562332"/>
            <a:ext cx="8601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Covariates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6714" y="707051"/>
            <a:ext cx="460057" cy="10428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r = 0.23 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8820" y="20955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0142" y="20955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1463" y="20955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075" y="20955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9828" y="20955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1150" y="20955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1529" y="2376126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1529" y="1947554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61529" y="1518983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827" y="109041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0105" y="66184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0105" y="23326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7415" y="562332"/>
            <a:ext cx="10058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Age-19 symptoms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0427" y="707051"/>
            <a:ext cx="502920" cy="10428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r = 0.32 **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5766" y="20955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31859" y="20955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3673" y="20955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5476" y="20955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9529" y="2376126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9529" y="1947554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9529" y="1518983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9827" y="109041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8105" y="66184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8105" y="23326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88272" y="562332"/>
            <a:ext cx="107727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12 simulated edges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712" y="2708651"/>
            <a:ext cx="600075" cy="10428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r = 0.09 n.s.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5259" y="40971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116" y="40971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6973" y="40971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120" y="40971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04409" y="40971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70266" y="40971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01833" y="40971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 rot="16200000">
            <a:off x="-349545" y="3295606"/>
            <a:ext cx="12560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Observed Δ symptoms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3529" y="4377726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529" y="3949154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3529" y="3520583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3827" y="309201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2105" y="266344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2105" y="223486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5415" y="2563932"/>
            <a:ext cx="10458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12 empirical edges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62712" y="2708651"/>
            <a:ext cx="600075" cy="10428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r = 0.05 n.s.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73482" y="40971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75174" y="40971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11157" y="40971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34281" y="40971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35973" y="40971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61529" y="4377726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61529" y="3949154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61529" y="3520583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61827" y="309201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00105" y="266344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00105" y="223486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0269" y="2563932"/>
            <a:ext cx="12773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Summed simulated NP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04714" y="2708651"/>
            <a:ext cx="460057" cy="10428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r = 0.21 *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87451" y="40971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83023" y="40971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12885" y="40971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29888" y="40971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5460" y="40971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89529" y="4377726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89529" y="3949154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89529" y="3520583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89827" y="309201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8105" y="266344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8105" y="223486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71412" y="2563932"/>
            <a:ext cx="124587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Summed empirical NP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714" y="4710251"/>
            <a:ext cx="460057" cy="10428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r = 0.25 *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1141" y="6203754"/>
            <a:ext cx="124171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Predicted Δ symptoms
(leave-one-out)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9283" y="60987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2916" y="60987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40840" y="60987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95904" y="60987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29538" y="60987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 rot="16200000">
            <a:off x="-349545" y="5297206"/>
            <a:ext cx="12560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Observed Δ symptoms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3529" y="6379326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3529" y="5950754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3529" y="5522183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33827" y="509361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2105" y="466504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72105" y="423646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7126" y="4565532"/>
            <a:ext cx="132873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Both summed read-outs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868141" y="4710251"/>
            <a:ext cx="545782" cy="10428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r = 0.40 ***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159141" y="6203754"/>
            <a:ext cx="124171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Predicted Δ symptoms
(leave-one-out)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331833" y="60987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951231" y="60987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570629" y="60987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45748" y="60987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30856" y="60987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61529" y="6379326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661529" y="5950754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661529" y="5522183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61827" y="509361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00105" y="466504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00105" y="423646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41126" y="4565532"/>
            <a:ext cx="12687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Symptoms + simulated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190712" y="4710251"/>
            <a:ext cx="600075" cy="10428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r = 0.19 n.s.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487141" y="6203754"/>
            <a:ext cx="124171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Predicted Δ symptoms
(leave-one-out)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61843" y="60987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206283" y="60987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850723" y="60987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50884" y="60987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161034" y="60987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989529" y="6379326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989529" y="5950754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89529" y="5522183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89827" y="509361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028105" y="466504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28105" y="423646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072270" y="4565532"/>
            <a:ext cx="123729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Symptoms + empirical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292" y="479125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528184" y="479125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857041" y="479125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9435" y="2480725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529041" y="2480725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861041" y="2479414"/>
            <a:ext cx="57150" cy="16533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435" y="4481967"/>
            <a:ext cx="105727" cy="16427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528184" y="4482325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61899" y="4482325"/>
            <a:ext cx="4857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