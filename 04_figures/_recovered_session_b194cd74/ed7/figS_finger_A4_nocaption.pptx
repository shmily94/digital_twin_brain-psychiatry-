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finger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676" y="666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676" y="82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818" y="978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818" y="113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105" y="1290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105" y="144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676" y="160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676" y="175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18" y="191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818" y="207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105" y="222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05" y="238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676" y="253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676" y="269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818" y="285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818" y="300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05" y="316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105" y="331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76" y="347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676" y="3630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818" y="378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818" y="3942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105" y="409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105" y="4254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68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22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76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330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7125" y="348377"/>
            <a:ext cx="140874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 BOLD
23/24 correct = 95.8%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16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70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524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578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5118" y="349917"/>
            <a:ext cx="1968817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Digital twins, no re-assimilation
24/24 correct = 100.0%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6097717" y="2452957"/>
            <a:ext cx="117443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Pattern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018" y="35520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3018" y="328177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3018" y="301155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018" y="274132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7304" y="2471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7304" y="22008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7304" y="19306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304" y="166041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304" y="13901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5829" y="5654703"/>
            <a:ext cx="68580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4559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6274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247806" y="6339308"/>
            <a:ext cx="14316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margin
(self − best other 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788" y="775623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788" y="737361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5364" y="69909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5364" y="66083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5364" y="62257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5364" y="58431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5364" y="54605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5364" y="50778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10348" y="5696892"/>
            <a:ext cx="60864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95.8% ***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4256" y="5624478"/>
            <a:ext cx="6886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100.0% ***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7291" y="6931402"/>
            <a:ext cx="8286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D55E00"/>
                </a:solidFill>
                <a:latin typeface="Arial"/>
              </a:rPr>
              <a:t>chance, 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56068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7783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3151475" y="6438828"/>
            <a:ext cx="188023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accuracy (%)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456" y="74724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17734" y="7037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7734" y="660345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7734" y="616896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6012" y="573448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25322" y="5357898"/>
            <a:ext cx="16030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exact binomial vs chance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3909" y="19975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0652" y="19975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909" y="5191413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0652" y="5191413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