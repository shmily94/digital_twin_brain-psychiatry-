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wbdrug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4329" y="1517562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18/30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7757" y="1996516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14/30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3763" y="1163304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20/26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1902" y="2088749"/>
            <a:ext cx="29918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11/26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3198" y="1351962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38/56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6626" y="2040537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25/56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6428" y="132471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36/52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9857" y="1726106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31/52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5863" y="1224094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37/50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9291" y="150810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35/50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007" y="1274403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73/102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435" y="1619200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66/102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1887" y="676515"/>
            <a:ext cx="6057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E1D09A"/>
                </a:solidFill>
                <a:latin typeface="Arial"/>
              </a:rPr>
              <a:t>Ketamine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9696" y="676515"/>
            <a:ext cx="69437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96B9AD"/>
                </a:solidFill>
                <a:latin typeface="Arial"/>
              </a:rPr>
              <a:t>Midazolam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023" y="2346205"/>
            <a:ext cx="62865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MID
anticipation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3322" y="2346205"/>
            <a:ext cx="50292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MID
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8479" y="2361931"/>
            <a:ext cx="37147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pooled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3122" y="2346205"/>
            <a:ext cx="62865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MID
anticipation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5422" y="2346205"/>
            <a:ext cx="50292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MID
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0579" y="2361931"/>
            <a:ext cx="37147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pooled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81764" y="1303219"/>
            <a:ext cx="1474470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Edges with matching
direction (%)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3771" y="22550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3771" y="204547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771" y="183585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771" y="1626236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3771" y="1416616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3771" y="1206996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771" y="997376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049" y="787755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925" y="524013"/>
            <a:ext cx="19973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Pharmacologically matched pairings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392" y="2786921"/>
            <a:ext cx="192595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task-matched (MID) 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675" y="2945453"/>
            <a:ext cx="216312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task-mismatched (SST) prediction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56088" y="2786921"/>
            <a:ext cx="162591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±1 s.d. of the sign-flip null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30097" y="2945624"/>
            <a:ext cx="88582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chance (50%)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5406" y="2786921"/>
            <a:ext cx="221197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filled = P &lt; 0.05 vs the sign-flip null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00254" y="4480548"/>
            <a:ext cx="808672" cy="27412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max attainable
r = 0.16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50285" y="5091019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15027" y="4365696"/>
            <a:ext cx="808672" cy="27412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max attainable
r = 0.20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65058" y="506965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29800" y="3716651"/>
            <a:ext cx="808672" cy="27412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max attainable
r = 0.45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79831" y="4859980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0.198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44572" y="3783425"/>
            <a:ext cx="808672" cy="27412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max attainable
r = 0.42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94604" y="4889361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0.176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7391" y="5226205"/>
            <a:ext cx="8943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Ketamine
MID anticipation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35029" y="5226205"/>
            <a:ext cx="76866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Ketamine
MID feedback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86937" y="5226205"/>
            <a:ext cx="8943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Midazolam
MID anticipation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64575" y="5226205"/>
            <a:ext cx="76866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Midazolam
MID feedback</a:t>
            </a:r>
          </a:p>
        </p:txBody>
      </p:sp>
      <p:sp>
        <p:nvSpPr>
          <p:cNvPr id="50" name="TextBox 49"/>
          <p:cNvSpPr txBox="1"/>
          <p:nvPr/>
        </p:nvSpPr>
        <p:spPr>
          <a:xfrm rot="16200000">
            <a:off x="-83337" y="4182428"/>
            <a:ext cx="1805940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Split-half reliability of the
empirical drug-effect 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6744" y="51350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6744" y="486800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6744" y="460090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6744" y="433380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6744" y="406671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6744" y="379961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6744" y="353251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744" y="326542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757" y="3404013"/>
            <a:ext cx="22774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Reliability of the empirical maps at n = 27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284" y="356039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9427" y="3236039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