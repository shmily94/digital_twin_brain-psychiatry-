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finger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2676" y="666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angry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2676" y="822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angry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818" y="978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neutral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818" y="1134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neutral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0105" y="1290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happy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105" y="1446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sub1 happy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676" y="1602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angry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676" y="1758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angry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818" y="1914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neutral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818" y="2070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neutral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105" y="2226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happy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105" y="2382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sub2 happy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676" y="2538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angry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676" y="2694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angry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818" y="2850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neutral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818" y="3006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neutral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105" y="3162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happy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105" y="3318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sub3 happy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76" y="3474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angry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676" y="3630406"/>
            <a:ext cx="71723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angry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818" y="3786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neutral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818" y="3942406"/>
            <a:ext cx="7858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neutral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105" y="4098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happy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105" y="4254406"/>
            <a:ext cx="7429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sub4 happy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768" y="4687235"/>
            <a:ext cx="141446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Participant template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168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sub1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222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sub2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276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sub3</a:t>
            </a:r>
          </a:p>
        </p:txBody>
      </p:sp>
      <p:sp>
        <p:nvSpPr>
          <p:cNvPr id="31" name="TextBox 30"/>
          <p:cNvSpPr txBox="1"/>
          <p:nvPr/>
        </p:nvSpPr>
        <p:spPr>
          <a:xfrm rot="16200000">
            <a:off x="3303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07125" y="348377"/>
            <a:ext cx="1408747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Empirical BOLD
23/24 correct = 95.8%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768" y="4687235"/>
            <a:ext cx="141446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Participant template</a:t>
            </a:r>
          </a:p>
        </p:txBody>
      </p:sp>
      <p:sp>
        <p:nvSpPr>
          <p:cNvPr id="34" name="TextBox 33"/>
          <p:cNvSpPr txBox="1"/>
          <p:nvPr/>
        </p:nvSpPr>
        <p:spPr>
          <a:xfrm rot="16200000">
            <a:off x="416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sub1</a:t>
            </a:r>
          </a:p>
        </p:txBody>
      </p:sp>
      <p:sp>
        <p:nvSpPr>
          <p:cNvPr id="35" name="TextBox 34"/>
          <p:cNvSpPr txBox="1"/>
          <p:nvPr/>
        </p:nvSpPr>
        <p:spPr>
          <a:xfrm rot="16200000">
            <a:off x="470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sub2</a:t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524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sub3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5787697" y="4509698"/>
            <a:ext cx="26860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sub4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35118" y="349917"/>
            <a:ext cx="1968817" cy="31100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Digital twins, no re-assimilation
24/24 correct = 100.0%</a:t>
            </a:r>
          </a:p>
        </p:txBody>
      </p:sp>
      <p:sp>
        <p:nvSpPr>
          <p:cNvPr id="39" name="TextBox 38"/>
          <p:cNvSpPr txBox="1"/>
          <p:nvPr/>
        </p:nvSpPr>
        <p:spPr>
          <a:xfrm rot="16200000">
            <a:off x="6097717" y="2452957"/>
            <a:ext cx="1174432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Pattern correlation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3018" y="355200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3018" y="328177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3018" y="3011550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3018" y="2741324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7304" y="247109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7304" y="220087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7304" y="193064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7304" y="166041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7304" y="139019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5829" y="5654703"/>
            <a:ext cx="68580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Arial"/>
              </a:rPr>
              <a:t>*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4559" y="7579251"/>
            <a:ext cx="5172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26274" y="7579251"/>
            <a:ext cx="3216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Twins</a:t>
            </a:r>
          </a:p>
        </p:txBody>
      </p:sp>
      <p:sp>
        <p:nvSpPr>
          <p:cNvPr id="52" name="TextBox 51"/>
          <p:cNvSpPr txBox="1"/>
          <p:nvPr/>
        </p:nvSpPr>
        <p:spPr>
          <a:xfrm rot="16200000">
            <a:off x="247806" y="6339308"/>
            <a:ext cx="1431607" cy="34802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Identification margin
(self − best other 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788" y="775623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6788" y="737361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5364" y="699099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5364" y="660837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5364" y="622575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5364" y="584312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5364" y="546050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5364" y="507788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11789" y="5696892"/>
            <a:ext cx="40576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95.8%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5697" y="5624478"/>
            <a:ext cx="48577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100.0%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07291" y="6931402"/>
            <a:ext cx="82867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D55E00"/>
                </a:solidFill>
                <a:latin typeface="Arial"/>
              </a:rPr>
              <a:t>chance, 25%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56068" y="7579251"/>
            <a:ext cx="5172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67783" y="7579251"/>
            <a:ext cx="32160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Twins</a:t>
            </a:r>
          </a:p>
        </p:txBody>
      </p:sp>
      <p:sp>
        <p:nvSpPr>
          <p:cNvPr id="66" name="TextBox 65"/>
          <p:cNvSpPr txBox="1"/>
          <p:nvPr/>
        </p:nvSpPr>
        <p:spPr>
          <a:xfrm rot="16200000">
            <a:off x="3151475" y="6438828"/>
            <a:ext cx="1880235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Identification accuracy (%)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79456" y="747241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17734" y="7037935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17734" y="6603452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17734" y="6168969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56012" y="5734487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25322" y="5205698"/>
            <a:ext cx="1603057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exact binomial vs chance
P = 2.6e-13 and 3.6e-15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3909" y="19975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0652" y="19975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3909" y="505707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80652" y="505707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